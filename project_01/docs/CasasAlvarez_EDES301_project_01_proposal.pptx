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580531-34BA-4A9C-8EB9-3B6AB32FF4E7}">
  <a:tblStyle styleId="{D0580531-34BA-4A9C-8EB9-3B6AB32FF4E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accent1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h1149a32624960f37_3_37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h1149a32624960f37_3_3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h1149a32624960f37_3_38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h1149a32624960f37_3_3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h1149a32624960f37_0_4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h1149a32624960f37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h1149a32624960f37_3_39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h1149a32624960f37_3_3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h1149a32624960f37_3_39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h1149a32624960f37_3_3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h1149a32624960f37_3_40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h1149a32624960f37_3_4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h1149a32624960f37_3_40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h1149a32624960f37_3_4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4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110" name="Google Shape;110;p14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11" name="Google Shape;111;p14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12" name="Google Shape;112;p14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13" name="Google Shape;113;p14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14" name="Google Shape;114;p14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15" name="Google Shape;115;p14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16" name="Google Shape;116;p14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17" name="Google Shape;117;p14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19" name="Google Shape;119;p14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0" name="Google Shape;120;p14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1" name="Google Shape;121;p14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14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14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14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14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4902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grpSp>
          <p:nvGrpSpPr>
            <p:cNvPr id="126" name="Google Shape;126;p14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27" name="Google Shape;127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28" name="Google Shape;128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29" name="Google Shape;129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30" name="Google Shape;130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31" name="Google Shape;131;p14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grpSp>
            <p:nvGrpSpPr>
              <p:cNvPr id="132" name="Google Shape;132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33" name="Google Shape;133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2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34" name="Google Shape;134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2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35" name="Google Shape;135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2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36" name="Google Shape;136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2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37" name="Google Shape;137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2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38" name="Google Shape;138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39" name="Google Shape;139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41" name="Google Shape;141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grpSp>
          <p:nvGrpSpPr>
            <p:cNvPr id="143" name="Google Shape;143;p14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44" name="Google Shape;144;p14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45" name="Google Shape;145;p14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46" name="Google Shape;146;p14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47" name="Google Shape;147;p14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48" name="Google Shape;148;p14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grpSp>
            <p:nvGrpSpPr>
              <p:cNvPr id="149" name="Google Shape;149;p14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50" name="Google Shape;150;p14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2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51" name="Google Shape;151;p14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2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52" name="Google Shape;152;p14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2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53" name="Google Shape;153;p14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2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54" name="Google Shape;154;p14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4902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55" name="Google Shape;155;p14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56" name="Google Shape;156;p14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57" name="Google Shape;157;p14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58" name="Google Shape;158;p14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59" name="Google Shape;159;p14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4902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</p:grpSp>
      <p:sp>
        <p:nvSpPr>
          <p:cNvPr id="160" name="Google Shape;160;p14"/>
          <p:cNvSpPr txBox="1"/>
          <p:nvPr>
            <p:ph type="ctrTitle"/>
          </p:nvPr>
        </p:nvSpPr>
        <p:spPr>
          <a:xfrm>
            <a:off x="970384" y="1432010"/>
            <a:ext cx="7203233" cy="253746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cap="none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1" name="Google Shape;161;p14"/>
          <p:cNvSpPr txBox="1"/>
          <p:nvPr>
            <p:ph idx="1" type="subTitle"/>
          </p:nvPr>
        </p:nvSpPr>
        <p:spPr>
          <a:xfrm>
            <a:off x="970384" y="4074423"/>
            <a:ext cx="72032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rgbClr val="276E8B"/>
                </a:solidFill>
              </a:defRPr>
            </a:lvl1pPr>
            <a:lvl2pPr lvl="1" algn="ctr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cxnSp>
        <p:nvCxnSpPr>
          <p:cNvPr id="162" name="Google Shape;162;p14"/>
          <p:cNvCxnSpPr/>
          <p:nvPr/>
        </p:nvCxnSpPr>
        <p:spPr>
          <a:xfrm>
            <a:off x="971550" y="3970631"/>
            <a:ext cx="7200900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 txBox="1"/>
          <p:nvPr>
            <p:ph type="title"/>
          </p:nvPr>
        </p:nvSpPr>
        <p:spPr>
          <a:xfrm>
            <a:off x="457200" y="171450"/>
            <a:ext cx="8229600" cy="6858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6E8B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5" name="Google Shape;165;p15"/>
          <p:cNvSpPr txBox="1"/>
          <p:nvPr>
            <p:ph idx="1" type="body"/>
          </p:nvPr>
        </p:nvSpPr>
        <p:spPr>
          <a:xfrm>
            <a:off x="457200" y="971550"/>
            <a:ext cx="8229600" cy="35432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5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15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15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gradFill>
          <a:gsLst>
            <a:gs pos="0">
              <a:schemeClr val="accent1"/>
            </a:gs>
            <a:gs pos="97000">
              <a:srgbClr val="297694"/>
            </a:gs>
            <a:gs pos="100000">
              <a:srgbClr val="29769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p16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171" name="Google Shape;171;p16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2" name="Google Shape;172;p16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3" name="Google Shape;173;p16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4" name="Google Shape;174;p16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5" name="Google Shape;175;p16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6" name="Google Shape;176;p16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16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16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16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16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16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16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16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16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16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16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grpSp>
          <p:nvGrpSpPr>
            <p:cNvPr id="187" name="Google Shape;187;p16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88" name="Google Shape;188;p16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89" name="Google Shape;189;p16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90" name="Google Shape;190;p16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91" name="Google Shape;191;p16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grpSp>
            <p:nvGrpSpPr>
              <p:cNvPr id="193" name="Google Shape;193;p16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4" name="Google Shape;194;p16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95" name="Google Shape;195;p16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96" name="Google Shape;196;p16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97" name="Google Shape;197;p16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198" name="Google Shape;198;p16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99" name="Google Shape;199;p16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00" name="Google Shape;200;p16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01" name="Google Shape;201;p16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02" name="Google Shape;202;p16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03" name="Google Shape;203;p16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grpSp>
          <p:nvGrpSpPr>
            <p:cNvPr id="204" name="Google Shape;204;p16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05" name="Google Shape;205;p16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06" name="Google Shape;206;p16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07" name="Google Shape;207;p16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08" name="Google Shape;208;p16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09" name="Google Shape;209;p16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grpSp>
            <p:nvGrpSpPr>
              <p:cNvPr id="210" name="Google Shape;210;p16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11" name="Google Shape;211;p16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12" name="Google Shape;212;p16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13" name="Google Shape;213;p16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14" name="Google Shape;214;p16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15" name="Google Shape;215;p16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16" name="Google Shape;216;p16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17" name="Google Shape;217;p16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18" name="Google Shape;218;p16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19" name="Google Shape;219;p16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20" name="Google Shape;220;p16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</p:grpSp>
      <p:sp>
        <p:nvSpPr>
          <p:cNvPr id="221" name="Google Shape;221;p16"/>
          <p:cNvSpPr txBox="1"/>
          <p:nvPr>
            <p:ph type="title"/>
          </p:nvPr>
        </p:nvSpPr>
        <p:spPr>
          <a:xfrm>
            <a:off x="971550" y="1906180"/>
            <a:ext cx="72009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sz="4500" cap="none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16"/>
          <p:cNvSpPr txBox="1"/>
          <p:nvPr>
            <p:ph idx="1" type="body"/>
          </p:nvPr>
        </p:nvSpPr>
        <p:spPr>
          <a:xfrm>
            <a:off x="971550" y="4073652"/>
            <a:ext cx="7200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cxnSp>
        <p:nvCxnSpPr>
          <p:cNvPr id="223" name="Google Shape;223;p16"/>
          <p:cNvCxnSpPr/>
          <p:nvPr/>
        </p:nvCxnSpPr>
        <p:spPr>
          <a:xfrm>
            <a:off x="971550" y="3970631"/>
            <a:ext cx="72009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6E8B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6" name="Google Shape;226;p17"/>
          <p:cNvSpPr txBox="1"/>
          <p:nvPr>
            <p:ph idx="1" type="body"/>
          </p:nvPr>
        </p:nvSpPr>
        <p:spPr>
          <a:xfrm>
            <a:off x="971550" y="1485899"/>
            <a:ext cx="3429000" cy="2857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27" name="Google Shape;227;p17"/>
          <p:cNvSpPr txBox="1"/>
          <p:nvPr>
            <p:ph idx="2" type="body"/>
          </p:nvPr>
        </p:nvSpPr>
        <p:spPr>
          <a:xfrm>
            <a:off x="4743450" y="1485899"/>
            <a:ext cx="3429000" cy="285750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 sz="14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228" name="Google Shape;228;p17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9" name="Google Shape;229;p17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0" name="Google Shape;230;p17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8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6E8B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3" name="Google Shape;233;p18"/>
          <p:cNvSpPr txBox="1"/>
          <p:nvPr>
            <p:ph idx="1" type="body"/>
          </p:nvPr>
        </p:nvSpPr>
        <p:spPr>
          <a:xfrm>
            <a:off x="971550" y="1363742"/>
            <a:ext cx="3429000" cy="48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234" name="Google Shape;234;p18"/>
          <p:cNvSpPr txBox="1"/>
          <p:nvPr>
            <p:ph idx="2" type="body"/>
          </p:nvPr>
        </p:nvSpPr>
        <p:spPr>
          <a:xfrm>
            <a:off x="971550" y="1877785"/>
            <a:ext cx="3429000" cy="2465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6pPr>
            <a:lvl7pPr indent="-3048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7pPr>
            <a:lvl8pPr indent="-3048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5" name="Google Shape;235;p18"/>
          <p:cNvSpPr txBox="1"/>
          <p:nvPr>
            <p:ph idx="3" type="body"/>
          </p:nvPr>
        </p:nvSpPr>
        <p:spPr>
          <a:xfrm>
            <a:off x="4743450" y="1363742"/>
            <a:ext cx="3429000" cy="48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sz="15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236" name="Google Shape;236;p18"/>
          <p:cNvSpPr txBox="1"/>
          <p:nvPr>
            <p:ph idx="4" type="body"/>
          </p:nvPr>
        </p:nvSpPr>
        <p:spPr>
          <a:xfrm>
            <a:off x="4743450" y="1877785"/>
            <a:ext cx="3429000" cy="24656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048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6pPr>
            <a:lvl7pPr indent="-3048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7pPr>
            <a:lvl8pPr indent="-3048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Char char="▪"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7" name="Google Shape;237;p18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8" name="Google Shape;238;p18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9" name="Google Shape;239;p18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6E8B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2" name="Google Shape;242;p19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3" name="Google Shape;243;p19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4" name="Google Shape;244;p19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20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247" name="Google Shape;247;p20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20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20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20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20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20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20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20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20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6" name="Google Shape;256;p20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7" name="Google Shape;257;p20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8" name="Google Shape;258;p20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9" name="Google Shape;259;p20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0" name="Google Shape;260;p20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1" name="Google Shape;261;p20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2" name="Google Shape;262;p20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30196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grpSp>
          <p:nvGrpSpPr>
            <p:cNvPr id="263" name="Google Shape;263;p20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264" name="Google Shape;264;p20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65" name="Google Shape;265;p20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66" name="Google Shape;266;p20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67" name="Google Shape;267;p20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68" name="Google Shape;268;p20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grpSp>
            <p:nvGrpSpPr>
              <p:cNvPr id="269" name="Google Shape;269;p20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70" name="Google Shape;270;p20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71" name="Google Shape;271;p20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72" name="Google Shape;272;p20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73" name="Google Shape;273;p20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74" name="Google Shape;274;p20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75" name="Google Shape;275;p20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76" name="Google Shape;276;p20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77" name="Google Shape;277;p20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78" name="Google Shape;278;p20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79" name="Google Shape;279;p20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grpSp>
          <p:nvGrpSpPr>
            <p:cNvPr id="280" name="Google Shape;280;p20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1" name="Google Shape;281;p20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82" name="Google Shape;282;p20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83" name="Google Shape;283;p20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84" name="Google Shape;284;p20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85" name="Google Shape;285;p20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grpSp>
            <p:nvGrpSpPr>
              <p:cNvPr id="286" name="Google Shape;286;p20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87" name="Google Shape;287;p20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88" name="Google Shape;288;p20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89" name="Google Shape;289;p20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90" name="Google Shape;290;p20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291" name="Google Shape;291;p20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30196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92" name="Google Shape;292;p20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93" name="Google Shape;293;p20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94" name="Google Shape;294;p20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95" name="Google Shape;295;p20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296" name="Google Shape;296;p20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30196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</p:grpSp>
      <p:sp>
        <p:nvSpPr>
          <p:cNvPr id="297" name="Google Shape;297;p20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8" name="Google Shape;298;p20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9" name="Google Shape;299;p20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bg>
      <p:bgPr>
        <a:gradFill>
          <a:gsLst>
            <a:gs pos="0">
              <a:schemeClr val="accent1"/>
            </a:gs>
            <a:gs pos="100000">
              <a:srgbClr val="29769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1" name="Google Shape;301;p21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302" name="Google Shape;302;p21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21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21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21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21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21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21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21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21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21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21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21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21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21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21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21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grpSp>
          <p:nvGrpSpPr>
            <p:cNvPr id="318" name="Google Shape;318;p21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319" name="Google Shape;319;p2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20" name="Google Shape;320;p2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21" name="Google Shape;321;p2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22" name="Google Shape;322;p2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23" name="Google Shape;323;p21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grpSp>
            <p:nvGrpSpPr>
              <p:cNvPr id="324" name="Google Shape;324;p2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25" name="Google Shape;325;p2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26" name="Google Shape;326;p2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27" name="Google Shape;327;p2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28" name="Google Shape;328;p2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29" name="Google Shape;329;p2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30" name="Google Shape;330;p2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31" name="Google Shape;331;p2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32" name="Google Shape;332;p2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33" name="Google Shape;333;p2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34" name="Google Shape;334;p2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grpSp>
          <p:nvGrpSpPr>
            <p:cNvPr id="335" name="Google Shape;335;p21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36" name="Google Shape;336;p21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37" name="Google Shape;337;p21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38" name="Google Shape;338;p21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39" name="Google Shape;339;p21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40" name="Google Shape;340;p21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grpSp>
            <p:nvGrpSpPr>
              <p:cNvPr id="341" name="Google Shape;341;p21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42" name="Google Shape;342;p21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43" name="Google Shape;343;p21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44" name="Google Shape;344;p21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45" name="Google Shape;345;p21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46" name="Google Shape;346;p21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47" name="Google Shape;347;p21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48" name="Google Shape;348;p21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49" name="Google Shape;349;p21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21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21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</p:grpSp>
      <p:sp>
        <p:nvSpPr>
          <p:cNvPr id="352" name="Google Shape;352;p21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1"/>
          <p:cNvSpPr txBox="1"/>
          <p:nvPr>
            <p:ph type="title"/>
          </p:nvPr>
        </p:nvSpPr>
        <p:spPr>
          <a:xfrm>
            <a:off x="5934864" y="428625"/>
            <a:ext cx="2743200" cy="164782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4" name="Google Shape;354;p21"/>
          <p:cNvSpPr txBox="1"/>
          <p:nvPr>
            <p:ph idx="1" type="body"/>
          </p:nvPr>
        </p:nvSpPr>
        <p:spPr>
          <a:xfrm>
            <a:off x="407398" y="428625"/>
            <a:ext cx="4663440" cy="4286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 sz="1400"/>
            </a:lvl2pPr>
            <a:lvl3pPr indent="-3048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Char char="▪"/>
              <a:defRPr sz="1200"/>
            </a:lvl3pPr>
            <a:lvl4pPr indent="-29845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100"/>
              <a:buChar char="▪"/>
              <a:defRPr sz="1100"/>
            </a:lvl4pPr>
            <a:lvl5pPr indent="-29845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100"/>
              <a:buChar char="▪"/>
              <a:defRPr sz="1100"/>
            </a:lvl5pPr>
            <a:lvl6pPr indent="-32385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Char char="▪"/>
              <a:defRPr sz="15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55" name="Google Shape;355;p21"/>
          <p:cNvSpPr txBox="1"/>
          <p:nvPr>
            <p:ph idx="2" type="body"/>
          </p:nvPr>
        </p:nvSpPr>
        <p:spPr>
          <a:xfrm>
            <a:off x="5934864" y="2246259"/>
            <a:ext cx="2743200" cy="17144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cxnSp>
        <p:nvCxnSpPr>
          <p:cNvPr id="356" name="Google Shape;356;p21"/>
          <p:cNvCxnSpPr/>
          <p:nvPr/>
        </p:nvCxnSpPr>
        <p:spPr>
          <a:xfrm>
            <a:off x="5942317" y="2171700"/>
            <a:ext cx="2744483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7" name="Google Shape;357;p21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8" name="Google Shape;358;p21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9" name="Google Shape;359;p21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bg>
      <p:bgPr>
        <a:gradFill>
          <a:gsLst>
            <a:gs pos="0">
              <a:schemeClr val="accent1"/>
            </a:gs>
            <a:gs pos="100000">
              <a:srgbClr val="297694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22"/>
          <p:cNvGrpSpPr/>
          <p:nvPr/>
        </p:nvGrpSpPr>
        <p:grpSpPr>
          <a:xfrm>
            <a:off x="-1" y="0"/>
            <a:ext cx="9144002" cy="5143500"/>
            <a:chOff x="-1" y="0"/>
            <a:chExt cx="12192002" cy="6858000"/>
          </a:xfrm>
        </p:grpSpPr>
        <p:cxnSp>
          <p:nvCxnSpPr>
            <p:cNvPr id="362" name="Google Shape;362;p22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22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22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22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22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22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22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22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22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22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22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22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4" name="Google Shape;374;p22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5" name="Google Shape;375;p22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6" name="Google Shape;376;p22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7" name="Google Shape;377;p22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276E8B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grpSp>
          <p:nvGrpSpPr>
            <p:cNvPr id="378" name="Google Shape;378;p22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379" name="Google Shape;379;p22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80" name="Google Shape;380;p22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81" name="Google Shape;381;p22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82" name="Google Shape;382;p22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83" name="Google Shape;383;p22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grpSp>
            <p:nvGrpSpPr>
              <p:cNvPr id="384" name="Google Shape;384;p22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5" name="Google Shape;385;p22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86" name="Google Shape;386;p22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87" name="Google Shape;387;p22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88" name="Google Shape;388;p22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389" name="Google Shape;389;p22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390" name="Google Shape;390;p22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91" name="Google Shape;391;p22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92" name="Google Shape;392;p22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93" name="Google Shape;393;p22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94" name="Google Shape;394;p22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grpSp>
          <p:nvGrpSpPr>
            <p:cNvPr id="395" name="Google Shape;395;p22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396" name="Google Shape;396;p22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97" name="Google Shape;397;p22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98" name="Google Shape;398;p22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399" name="Google Shape;399;p22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400" name="Google Shape;400;p22"/>
              <p:cNvCxnSpPr/>
              <p:nvPr/>
            </p:nvCxnSpPr>
            <p:spPr>
              <a:xfrm>
                <a:off x="515064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grpSp>
            <p:nvGrpSpPr>
              <p:cNvPr id="401" name="Google Shape;401;p22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402" name="Google Shape;402;p22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403" name="Google Shape;403;p22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404" name="Google Shape;404;p22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405" name="Google Shape;405;p22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406" name="Google Shape;406;p22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276E8B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407" name="Google Shape;407;p22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408" name="Google Shape;408;p22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409" name="Google Shape;409;p22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410" name="Google Shape;410;p22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411" name="Google Shape;411;p22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276E8B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</p:grpSp>
      <p:sp>
        <p:nvSpPr>
          <p:cNvPr id="412" name="Google Shape;412;p22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69000">
                <a:schemeClr val="lt1"/>
              </a:gs>
              <a:gs pos="100000">
                <a:srgbClr val="F2F2F2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" name="Google Shape;413;p22"/>
          <p:cNvCxnSpPr/>
          <p:nvPr/>
        </p:nvCxnSpPr>
        <p:spPr>
          <a:xfrm>
            <a:off x="5942317" y="2171700"/>
            <a:ext cx="2744483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14" name="Google Shape;414;p22"/>
          <p:cNvSpPr txBox="1"/>
          <p:nvPr>
            <p:ph type="title"/>
          </p:nvPr>
        </p:nvSpPr>
        <p:spPr>
          <a:xfrm>
            <a:off x="5932170" y="432054"/>
            <a:ext cx="27432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descr="An empty placeholder to add an image. Click on the placeholder and select the image that you wish to add." id="415" name="Google Shape;415;p22"/>
          <p:cNvSpPr/>
          <p:nvPr>
            <p:ph idx="2" type="pic"/>
          </p:nvPr>
        </p:nvSpPr>
        <p:spPr>
          <a:xfrm>
            <a:off x="3309" y="-119"/>
            <a:ext cx="54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22"/>
          <p:cNvSpPr txBox="1"/>
          <p:nvPr>
            <p:ph idx="1" type="body"/>
          </p:nvPr>
        </p:nvSpPr>
        <p:spPr>
          <a:xfrm>
            <a:off x="5932170" y="2249424"/>
            <a:ext cx="27432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3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6E8B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9" name="Google Shape;419;p23"/>
          <p:cNvSpPr txBox="1"/>
          <p:nvPr>
            <p:ph idx="1" type="body"/>
          </p:nvPr>
        </p:nvSpPr>
        <p:spPr>
          <a:xfrm rot="5400000">
            <a:off x="3143250" y="-685800"/>
            <a:ext cx="2857499" cy="72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0" name="Google Shape;420;p23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1" name="Google Shape;421;p23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2" name="Google Shape;422;p23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4"/>
          <p:cNvSpPr txBox="1"/>
          <p:nvPr>
            <p:ph type="title"/>
          </p:nvPr>
        </p:nvSpPr>
        <p:spPr>
          <a:xfrm rot="5400000">
            <a:off x="5551714" y="1722663"/>
            <a:ext cx="3976007" cy="1265465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6E8B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5" name="Google Shape;425;p24"/>
          <p:cNvSpPr txBox="1"/>
          <p:nvPr>
            <p:ph idx="1" type="body"/>
          </p:nvPr>
        </p:nvSpPr>
        <p:spPr>
          <a:xfrm rot="5400000">
            <a:off x="1828800" y="-489858"/>
            <a:ext cx="3976007" cy="56905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400"/>
              <a:buChar char="▪"/>
              <a:defRPr/>
            </a:lvl1pPr>
            <a:lvl2pPr indent="-317500" lvl="1" marL="9144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  <a:defRPr/>
            </a:lvl2pPr>
            <a:lvl3pPr indent="-3175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Char char="▪"/>
              <a:defRPr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5pPr>
            <a:lvl6pPr indent="-3175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6pPr>
            <a:lvl7pPr indent="-3175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7pPr>
            <a:lvl8pPr indent="-3175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▪"/>
              <a:defRPr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24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7" name="Google Shape;427;p24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8" name="Google Shape;428;p24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53000">
              <a:schemeClr val="lt1"/>
            </a:gs>
            <a:gs pos="100000">
              <a:srgbClr val="F2F2F2">
                <a:alpha val="65098"/>
              </a:srgbClr>
            </a:gs>
          </a:gsLst>
          <a:lin ang="5400000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-1" y="-146957"/>
            <a:ext cx="9144002" cy="5143500"/>
            <a:chOff x="-1" y="0"/>
            <a:chExt cx="12192002" cy="6858000"/>
          </a:xfrm>
        </p:grpSpPr>
        <p:cxnSp>
          <p:nvCxnSpPr>
            <p:cNvPr id="52" name="Google Shape;52;p13"/>
            <p:cNvCxnSpPr/>
            <p:nvPr/>
          </p:nvCxnSpPr>
          <p:spPr>
            <a:xfrm>
              <a:off x="61019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3" name="Google Shape;53;p13"/>
            <p:cNvCxnSpPr/>
            <p:nvPr/>
          </p:nvCxnSpPr>
          <p:spPr>
            <a:xfrm>
              <a:off x="182933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4" name="Google Shape;54;p13"/>
            <p:cNvCxnSpPr/>
            <p:nvPr/>
          </p:nvCxnSpPr>
          <p:spPr>
            <a:xfrm>
              <a:off x="304847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5" name="Google Shape;55;p13"/>
            <p:cNvCxnSpPr/>
            <p:nvPr/>
          </p:nvCxnSpPr>
          <p:spPr>
            <a:xfrm>
              <a:off x="426760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6" name="Google Shape;56;p13"/>
            <p:cNvCxnSpPr/>
            <p:nvPr/>
          </p:nvCxnSpPr>
          <p:spPr>
            <a:xfrm>
              <a:off x="548674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13"/>
            <p:cNvCxnSpPr/>
            <p:nvPr/>
          </p:nvCxnSpPr>
          <p:spPr>
            <a:xfrm>
              <a:off x="6705884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13"/>
            <p:cNvCxnSpPr/>
            <p:nvPr/>
          </p:nvCxnSpPr>
          <p:spPr>
            <a:xfrm>
              <a:off x="7925022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13"/>
            <p:cNvCxnSpPr/>
            <p:nvPr/>
          </p:nvCxnSpPr>
          <p:spPr>
            <a:xfrm>
              <a:off x="9144160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13"/>
            <p:cNvCxnSpPr/>
            <p:nvPr/>
          </p:nvCxnSpPr>
          <p:spPr>
            <a:xfrm>
              <a:off x="10363298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13"/>
            <p:cNvCxnSpPr/>
            <p:nvPr/>
          </p:nvCxnSpPr>
          <p:spPr>
            <a:xfrm>
              <a:off x="11582436" y="0"/>
              <a:ext cx="0" cy="685800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2819" y="38648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13"/>
            <p:cNvCxnSpPr/>
            <p:nvPr/>
          </p:nvCxnSpPr>
          <p:spPr>
            <a:xfrm>
              <a:off x="2819" y="1611181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13"/>
            <p:cNvCxnSpPr/>
            <p:nvPr/>
          </p:nvCxnSpPr>
          <p:spPr>
            <a:xfrm>
              <a:off x="2819" y="2835877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13"/>
            <p:cNvCxnSpPr/>
            <p:nvPr/>
          </p:nvCxnSpPr>
          <p:spPr>
            <a:xfrm>
              <a:off x="2819" y="4060573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13"/>
            <p:cNvCxnSpPr/>
            <p:nvPr/>
          </p:nvCxnSpPr>
          <p:spPr>
            <a:xfrm>
              <a:off x="2819" y="5285269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13"/>
            <p:cNvCxnSpPr/>
            <p:nvPr/>
          </p:nvCxnSpPr>
          <p:spPr>
            <a:xfrm>
              <a:off x="2819" y="6509965"/>
              <a:ext cx="12188952" cy="0"/>
            </a:xfrm>
            <a:prstGeom prst="straightConnector1">
              <a:avLst/>
            </a:prstGeom>
            <a:noFill/>
            <a:ln cap="flat" cmpd="sng" w="9525">
              <a:solidFill>
                <a:srgbClr val="D8D8D8">
                  <a:alpha val="25098"/>
                </a:srgbClr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grpSp>
          <p:nvGrpSpPr>
            <p:cNvPr id="68" name="Google Shape;68;p13"/>
            <p:cNvGrpSpPr/>
            <p:nvPr/>
          </p:nvGrpSpPr>
          <p:grpSpPr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69" name="Google Shape;69;p13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0" name="Google Shape;70;p13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1" name="Google Shape;71;p13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2" name="Google Shape;72;p13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3" name="Google Shape;73;p13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grpSp>
            <p:nvGrpSpPr>
              <p:cNvPr id="74" name="Google Shape;74;p13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75" name="Google Shape;75;p13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76" name="Google Shape;76;p13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77" name="Google Shape;77;p13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78" name="Google Shape;78;p13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79" name="Google Shape;79;p13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80" name="Google Shape;80;p13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81" name="Google Shape;81;p13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82" name="Google Shape;82;p13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13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84" name="Google Shape;84;p13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grpSp>
          <p:nvGrpSpPr>
            <p:cNvPr id="85" name="Google Shape;85;p13"/>
            <p:cNvGrpSpPr/>
            <p:nvPr/>
          </p:nvGrpSpPr>
          <p:grpSpPr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86" name="Google Shape;86;p13"/>
              <p:cNvCxnSpPr/>
              <p:nvPr/>
            </p:nvCxnSpPr>
            <p:spPr>
              <a:xfrm>
                <a:off x="225425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87" name="Google Shape;87;p13"/>
              <p:cNvCxnSpPr/>
              <p:nvPr/>
            </p:nvCxnSpPr>
            <p:spPr>
              <a:xfrm>
                <a:off x="1449154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88" name="Google Shape;88;p13"/>
              <p:cNvCxnSpPr/>
              <p:nvPr/>
            </p:nvCxnSpPr>
            <p:spPr>
              <a:xfrm>
                <a:off x="266598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89" name="Google Shape;89;p13"/>
              <p:cNvCxnSpPr/>
              <p:nvPr/>
            </p:nvCxnSpPr>
            <p:spPr>
              <a:xfrm>
                <a:off x="3885119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90" name="Google Shape;90;p13"/>
              <p:cNvCxnSpPr/>
              <p:nvPr/>
            </p:nvCxnSpPr>
            <p:spPr>
              <a:xfrm>
                <a:off x="5106502" y="0"/>
                <a:ext cx="6815931" cy="685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grpSp>
            <p:nvGrpSpPr>
              <p:cNvPr id="91" name="Google Shape;91;p13"/>
              <p:cNvGrpSpPr/>
              <p:nvPr/>
            </p:nvGrpSpPr>
            <p:grpSpPr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92" name="Google Shape;92;p13"/>
                <p:cNvCxnSpPr/>
                <p:nvPr/>
              </p:nvCxnSpPr>
              <p:spPr>
                <a:xfrm>
                  <a:off x="6327885" y="0"/>
                  <a:ext cx="5864115" cy="589867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93" name="Google Shape;93;p13"/>
                <p:cNvCxnSpPr/>
                <p:nvPr/>
              </p:nvCxnSpPr>
              <p:spPr>
                <a:xfrm>
                  <a:off x="7549268" y="0"/>
                  <a:ext cx="4642732" cy="467242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94" name="Google Shape;94;p13"/>
                <p:cNvCxnSpPr/>
                <p:nvPr/>
              </p:nvCxnSpPr>
              <p:spPr>
                <a:xfrm>
                  <a:off x="8772997" y="0"/>
                  <a:ext cx="3419003" cy="345674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95" name="Google Shape;95;p13"/>
                <p:cNvCxnSpPr/>
                <p:nvPr/>
              </p:nvCxnSpPr>
              <p:spPr>
                <a:xfrm>
                  <a:off x="9982200" y="0"/>
                  <a:ext cx="2209800" cy="222646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96" name="Google Shape;96;p13"/>
                <p:cNvCxnSpPr/>
                <p:nvPr/>
              </p:nvCxnSpPr>
              <p:spPr>
                <a:xfrm>
                  <a:off x="11199019" y="0"/>
                  <a:ext cx="992981" cy="100250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D8D8D8">
                      <a:alpha val="25098"/>
                    </a:srgbClr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97" name="Google Shape;97;p13"/>
              <p:cNvCxnSpPr/>
              <p:nvPr/>
            </p:nvCxnSpPr>
            <p:spPr>
              <a:xfrm rot="10800000">
                <a:off x="-1" y="1012053"/>
                <a:ext cx="5828811" cy="58459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13"/>
              <p:cNvCxnSpPr/>
              <p:nvPr/>
            </p:nvCxnSpPr>
            <p:spPr>
              <a:xfrm rot="10800000">
                <a:off x="-1" y="2227340"/>
                <a:ext cx="4614781" cy="4630658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13"/>
              <p:cNvCxnSpPr/>
              <p:nvPr/>
            </p:nvCxnSpPr>
            <p:spPr>
              <a:xfrm rot="10800000">
                <a:off x="-1" y="3432149"/>
                <a:ext cx="3398419" cy="3425849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13"/>
              <p:cNvCxnSpPr/>
              <p:nvPr/>
            </p:nvCxnSpPr>
            <p:spPr>
              <a:xfrm rot="10800000">
                <a:off x="-1" y="4651431"/>
                <a:ext cx="2196496" cy="2206567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13"/>
              <p:cNvCxnSpPr/>
              <p:nvPr/>
            </p:nvCxnSpPr>
            <p:spPr>
              <a:xfrm rot="10800000">
                <a:off x="-1" y="5864453"/>
                <a:ext cx="987003" cy="993545"/>
              </a:xfrm>
              <a:prstGeom prst="straightConnector1">
                <a:avLst/>
              </a:prstGeom>
              <a:noFill/>
              <a:ln cap="flat" cmpd="sng" w="9525">
                <a:solidFill>
                  <a:srgbClr val="D8D8D8">
                    <a:alpha val="25098"/>
                  </a:srgbClr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</p:grpSp>
      <p:sp>
        <p:nvSpPr>
          <p:cNvPr id="102" name="Google Shape;102;p13"/>
          <p:cNvSpPr txBox="1"/>
          <p:nvPr>
            <p:ph type="title"/>
          </p:nvPr>
        </p:nvSpPr>
        <p:spPr>
          <a:xfrm>
            <a:off x="971550" y="377890"/>
            <a:ext cx="7200900" cy="856789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6E8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276E8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3" name="Google Shape;103;p13"/>
          <p:cNvSpPr txBox="1"/>
          <p:nvPr>
            <p:ph idx="1" type="body"/>
          </p:nvPr>
        </p:nvSpPr>
        <p:spPr>
          <a:xfrm>
            <a:off x="971550" y="1485901"/>
            <a:ext cx="7200900" cy="28574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276E8B"/>
              </a:buClr>
              <a:buSzPts val="1500"/>
              <a:buFont typeface="Arial"/>
              <a:buChar char="▪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76E8B"/>
              </a:buClr>
              <a:buSzPts val="1400"/>
              <a:buFont typeface="Arial"/>
              <a:buChar char="▪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76E8B"/>
              </a:buClr>
              <a:buSzPts val="1200"/>
              <a:buFont typeface="Arial"/>
              <a:buChar char="▪"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276E8B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76E8B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76E8B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76E8B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76E8B"/>
              </a:buClr>
              <a:buSzPts val="1100"/>
              <a:buFont typeface="Arial"/>
              <a:buChar char="▪"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76E8B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04" name="Google Shape;104;p13"/>
          <p:cNvCxnSpPr/>
          <p:nvPr/>
        </p:nvCxnSpPr>
        <p:spPr>
          <a:xfrm>
            <a:off x="457200" y="462915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276E8B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5" name="Google Shape;105;p13"/>
          <p:cNvSpPr txBox="1"/>
          <p:nvPr>
            <p:ph idx="11" type="ftr"/>
          </p:nvPr>
        </p:nvSpPr>
        <p:spPr>
          <a:xfrm>
            <a:off x="457201" y="4717259"/>
            <a:ext cx="4596023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13"/>
          <p:cNvSpPr txBox="1"/>
          <p:nvPr>
            <p:ph idx="10" type="dt"/>
          </p:nvPr>
        </p:nvSpPr>
        <p:spPr>
          <a:xfrm>
            <a:off x="6970532" y="4717259"/>
            <a:ext cx="724460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13"/>
          <p:cNvSpPr txBox="1"/>
          <p:nvPr>
            <p:ph idx="12" type="sldNum"/>
          </p:nvPr>
        </p:nvSpPr>
        <p:spPr>
          <a:xfrm>
            <a:off x="7998983" y="4717259"/>
            <a:ext cx="689162" cy="16682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19191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youtu.be/Ug06dhahqg0?si=LDgqfccZQf7ALJiS" TargetMode="External"/><Relationship Id="rId4" Type="http://schemas.openxmlformats.org/officeDocument/2006/relationships/hyperlink" Target="https://youtu.be/6kdYIMjlpLs?si=UuM_rr8Zjm-7BU5K" TargetMode="External"/><Relationship Id="rId5" Type="http://schemas.openxmlformats.org/officeDocument/2006/relationships/hyperlink" Target="https://pypi.org/project/XInput-Python/" TargetMode="External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amazon.com/DAOKI-Miniature-Momentary-Tactile-Quality/dp/B01CGMP9GY/ref=sr_1_6?dib=eyJ2IjoiMSJ9.qUn8mtroTbA-2A2TEjNX7tyOFcx_lTLTpGOPUPQUQlH2Rit30J2-7xJU2oYyoTW7HGTHmTzo-7XNbx6EOhDj5GvJydwBzosFsbaXCLZOoO_3sLwNkx7fHCdJjUJd6OFyO_p8xIRo25qVcDvsCcf1NqyNYn9sRdklgt25_FkMa7Euk37_Gqvf3jWDUAL6GFzDNwUiC3WR7_ttIskYCZiLgxEhwA5H0TyLsI-NwKPRAm8.Pt-AOScECbPBooSYCKhjeCL4gh01oAXZREbqgUinGBE&amp;dib_tag=se&amp;keywords=button%2Bmodule&amp;qid=1790635337&amp;sr=8-6&amp;th=1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amazon.com/" TargetMode="External"/><Relationship Id="rId4" Type="http://schemas.openxmlformats.org/officeDocument/2006/relationships/hyperlink" Target="https://www.adafruit.com/" TargetMode="External"/><Relationship Id="rId5" Type="http://schemas.openxmlformats.org/officeDocument/2006/relationships/hyperlink" Target="https://www.sparkfun.com/" TargetMode="External"/><Relationship Id="rId6" Type="http://schemas.openxmlformats.org/officeDocument/2006/relationships/hyperlink" Target="https://www.digikey.com/" TargetMode="External"/><Relationship Id="rId7" Type="http://schemas.openxmlformats.org/officeDocument/2006/relationships/hyperlink" Target="https://www.mouser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5"/>
          <p:cNvSpPr txBox="1"/>
          <p:nvPr>
            <p:ph type="ctrTitle"/>
          </p:nvPr>
        </p:nvSpPr>
        <p:spPr>
          <a:xfrm>
            <a:off x="970375" y="1322563"/>
            <a:ext cx="7763400" cy="2575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7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en" sz="4300"/>
              <a:t>EDES 301</a:t>
            </a:r>
            <a:br>
              <a:rPr lang="en" sz="4300"/>
            </a:br>
            <a:br>
              <a:rPr lang="en" sz="5800"/>
            </a:br>
            <a:r>
              <a:rPr lang="en" sz="3800"/>
              <a:t>Proposal: </a:t>
            </a:r>
            <a:endParaRPr sz="3800"/>
          </a:p>
          <a:p>
            <a:pPr indent="0" lvl="0" marL="0" rtl="0" algn="l">
              <a:lnSpc>
                <a:spcPct val="76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b="0" lang="en" sz="3800"/>
              <a:t>One-handed Game Controller</a:t>
            </a:r>
            <a:endParaRPr b="0" sz="5300"/>
          </a:p>
        </p:txBody>
      </p:sp>
      <p:sp>
        <p:nvSpPr>
          <p:cNvPr id="434" name="Google Shape;434;p25"/>
          <p:cNvSpPr txBox="1"/>
          <p:nvPr>
            <p:ph idx="1" type="subTitle"/>
          </p:nvPr>
        </p:nvSpPr>
        <p:spPr>
          <a:xfrm>
            <a:off x="970384" y="4074423"/>
            <a:ext cx="7203233" cy="8404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October 4, 2026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"/>
              <a:t>Randy Casas Alvarez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6"/>
          <p:cNvSpPr txBox="1"/>
          <p:nvPr>
            <p:ph type="title"/>
          </p:nvPr>
        </p:nvSpPr>
        <p:spPr>
          <a:xfrm>
            <a:off x="457200" y="171450"/>
            <a:ext cx="8229600" cy="6858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6E8B"/>
              </a:buClr>
              <a:buSzPts val="2400"/>
              <a:buFont typeface="Arial"/>
              <a:buNone/>
            </a:pPr>
            <a:r>
              <a:rPr lang="en"/>
              <a:t>Proposal</a:t>
            </a:r>
            <a:endParaRPr/>
          </a:p>
        </p:txBody>
      </p:sp>
      <p:sp>
        <p:nvSpPr>
          <p:cNvPr id="440" name="Google Shape;440;p26"/>
          <p:cNvSpPr txBox="1"/>
          <p:nvPr>
            <p:ph idx="1" type="body"/>
          </p:nvPr>
        </p:nvSpPr>
        <p:spPr>
          <a:xfrm>
            <a:off x="457200" y="917350"/>
            <a:ext cx="8229600" cy="40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One-handed video game controller, supported by Steam Input API,  that </a:t>
            </a:r>
            <a:r>
              <a:rPr lang="en" sz="2000"/>
              <a:t>substitutes </a:t>
            </a:r>
            <a:r>
              <a:rPr lang="en" sz="2000"/>
              <a:t>conventional yet wrist-straining mouse &amp; keyboard layouts to address accessibility concerns while retaining most, 		   if not all, gameplay capabilities.</a:t>
            </a:r>
            <a:endParaRPr sz="1800"/>
          </a:p>
          <a:p>
            <a:pPr indent="0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177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50800" lvl="1" marL="3429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800"/>
          </a:p>
        </p:txBody>
      </p:sp>
      <p:pic>
        <p:nvPicPr>
          <p:cNvPr id="441" name="Google Shape;441;p26" title="EDES301_proposal"/>
          <p:cNvPicPr preferRelativeResize="0"/>
          <p:nvPr/>
        </p:nvPicPr>
        <p:blipFill rotWithShape="1">
          <a:blip r:embed="rId3">
            <a:alphaModFix/>
          </a:blip>
          <a:srcRect b="63644" l="2674" r="2513" t="0"/>
          <a:stretch/>
        </p:blipFill>
        <p:spPr>
          <a:xfrm>
            <a:off x="673675" y="2586173"/>
            <a:ext cx="3898325" cy="1869924"/>
          </a:xfrm>
          <a:prstGeom prst="rect">
            <a:avLst/>
          </a:prstGeom>
          <a:noFill/>
          <a:ln cap="flat" cmpd="sng" w="19050">
            <a:solidFill>
              <a:srgbClr val="276E8B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42" name="Google Shape;442;p26" title="EDES301_proposal"/>
          <p:cNvPicPr preferRelativeResize="0"/>
          <p:nvPr/>
        </p:nvPicPr>
        <p:blipFill rotWithShape="1">
          <a:blip r:embed="rId4">
            <a:alphaModFix/>
          </a:blip>
          <a:srcRect b="0" l="0" r="4771" t="35078"/>
          <a:stretch/>
        </p:blipFill>
        <p:spPr>
          <a:xfrm>
            <a:off x="5699398" y="2092673"/>
            <a:ext cx="2770924" cy="2363426"/>
          </a:xfrm>
          <a:prstGeom prst="rect">
            <a:avLst/>
          </a:prstGeom>
          <a:noFill/>
          <a:ln cap="flat" cmpd="sng" w="19050">
            <a:solidFill>
              <a:srgbClr val="276E8B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7"/>
          <p:cNvSpPr txBox="1"/>
          <p:nvPr>
            <p:ph type="title"/>
          </p:nvPr>
        </p:nvSpPr>
        <p:spPr>
          <a:xfrm>
            <a:off x="457200" y="171450"/>
            <a:ext cx="5976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6E8B"/>
              </a:buClr>
              <a:buSzPts val="2400"/>
              <a:buFont typeface="Arial"/>
              <a:buNone/>
            </a:pPr>
            <a:r>
              <a:rPr lang="en"/>
              <a:t>Background Information</a:t>
            </a:r>
            <a:endParaRPr/>
          </a:p>
        </p:txBody>
      </p:sp>
      <p:sp>
        <p:nvSpPr>
          <p:cNvPr id="448" name="Google Shape;448;p27"/>
          <p:cNvSpPr txBox="1"/>
          <p:nvPr>
            <p:ph idx="1" type="body"/>
          </p:nvPr>
        </p:nvSpPr>
        <p:spPr>
          <a:xfrm>
            <a:off x="457200" y="1133825"/>
            <a:ext cx="8263800" cy="34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36550" lvl="0" marL="457200" rtl="0" algn="l">
              <a:spcBef>
                <a:spcPts val="1400"/>
              </a:spcBef>
              <a:spcAft>
                <a:spcPts val="0"/>
              </a:spcAft>
              <a:buSzPts val="1700"/>
              <a:buChar char="●"/>
            </a:pPr>
            <a:r>
              <a:rPr lang="en" sz="1800"/>
              <a:t>Inspired by:</a:t>
            </a:r>
            <a:endParaRPr sz="1800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Ultimate FPS - Controller Design &amp; Build</a:t>
            </a:r>
            <a:r>
              <a:rPr lang="en"/>
              <a:t> - PyottDesign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I Made Steam Controller Joy-Cons (Capacative Touchpad Mod)</a:t>
            </a:r>
            <a:r>
              <a:rPr lang="en"/>
              <a:t> -  Eric Halin</a:t>
            </a:r>
            <a:endParaRPr/>
          </a:p>
          <a:p>
            <a:pPr indent="-336550" lvl="0" marL="457200" rtl="0" algn="l">
              <a:spcBef>
                <a:spcPts val="1400"/>
              </a:spcBef>
              <a:spcAft>
                <a:spcPts val="0"/>
              </a:spcAft>
              <a:buSzPts val="1700"/>
              <a:buChar char="●"/>
            </a:pPr>
            <a:r>
              <a:rPr lang="en" sz="1800"/>
              <a:t>Referencing:</a:t>
            </a:r>
            <a:endParaRPr sz="1800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XInput-Python · PyPI</a:t>
            </a:r>
            <a:r>
              <a:rPr lang="en"/>
              <a:t> - Xinput API interface for Python library</a:t>
            </a:r>
            <a:endParaRPr/>
          </a:p>
          <a:p>
            <a:pPr indent="-336550" lvl="0" marL="457200" rtl="0" algn="l">
              <a:spcBef>
                <a:spcPts val="1400"/>
              </a:spcBef>
              <a:spcAft>
                <a:spcPts val="0"/>
              </a:spcAft>
              <a:buSzPts val="1700"/>
              <a:buChar char="●"/>
            </a:pPr>
            <a:r>
              <a:rPr lang="en" sz="1800"/>
              <a:t>Improvements over existing designs</a:t>
            </a:r>
            <a:endParaRPr sz="1800"/>
          </a:p>
          <a:p>
            <a:pPr indent="0" lvl="0" marL="1778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rgbClr val="000000"/>
                </a:solidFill>
              </a:rPr>
              <a:t>Traditional Gamepads:</a:t>
            </a:r>
            <a:r>
              <a:rPr lang="en"/>
              <a:t> two-handed, imprecise controls</a:t>
            </a:r>
            <a:endParaRPr/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/>
              <a:t>Nintendo Wii Remote:</a:t>
            </a:r>
            <a:r>
              <a:rPr lang="en"/>
              <a:t> lack of support outside of Nintendo platforms, IR sensor for precise aiming controls</a:t>
            </a:r>
            <a:endParaRPr/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/>
              <a:t>Nintendo Joy-con: </a:t>
            </a:r>
            <a:r>
              <a:rPr lang="en"/>
              <a:t>too few buttons and poor handling</a:t>
            </a:r>
            <a:endParaRPr/>
          </a:p>
          <a:p>
            <a:pPr indent="0" lvl="0" marL="177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/>
              <a:t>VR controllers:</a:t>
            </a:r>
            <a:r>
              <a:rPr lang="en"/>
              <a:t> asymmetrical design reinforces hand dominance</a:t>
            </a:r>
            <a:endParaRPr/>
          </a:p>
        </p:txBody>
      </p:sp>
      <p:pic>
        <p:nvPicPr>
          <p:cNvPr id="449" name="Google Shape;449;p27"/>
          <p:cNvPicPr preferRelativeResize="0"/>
          <p:nvPr/>
        </p:nvPicPr>
        <p:blipFill rotWithShape="1">
          <a:blip r:embed="rId6">
            <a:alphaModFix/>
          </a:blip>
          <a:srcRect b="4745" l="23798" r="0" t="7064"/>
          <a:stretch/>
        </p:blipFill>
        <p:spPr>
          <a:xfrm>
            <a:off x="6693775" y="0"/>
            <a:ext cx="2450225" cy="1593649"/>
          </a:xfrm>
          <a:prstGeom prst="rect">
            <a:avLst/>
          </a:prstGeom>
          <a:noFill/>
          <a:ln cap="flat" cmpd="sng" w="19050">
            <a:solidFill>
              <a:srgbClr val="276E8B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50" name="Google Shape;450;p27"/>
          <p:cNvSpPr txBox="1"/>
          <p:nvPr/>
        </p:nvSpPr>
        <p:spPr>
          <a:xfrm>
            <a:off x="6693838" y="1565063"/>
            <a:ext cx="245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solidFill>
                  <a:schemeClr val="dk1"/>
                </a:solidFill>
              </a:rPr>
              <a:t>Charlie Pyott Design, 2024</a:t>
            </a:r>
            <a:endParaRPr i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8"/>
          <p:cNvSpPr txBox="1"/>
          <p:nvPr>
            <p:ph type="title"/>
          </p:nvPr>
        </p:nvSpPr>
        <p:spPr>
          <a:xfrm>
            <a:off x="457200" y="171450"/>
            <a:ext cx="8229600" cy="6858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6E8B"/>
              </a:buClr>
              <a:buSzPts val="2400"/>
              <a:buFont typeface="Arial"/>
              <a:buNone/>
            </a:pPr>
            <a:r>
              <a:rPr lang="en"/>
              <a:t>System Block Diagram</a:t>
            </a:r>
            <a:endParaRPr/>
          </a:p>
        </p:txBody>
      </p:sp>
      <p:sp>
        <p:nvSpPr>
          <p:cNvPr id="456" name="Google Shape;456;p28"/>
          <p:cNvSpPr txBox="1"/>
          <p:nvPr/>
        </p:nvSpPr>
        <p:spPr>
          <a:xfrm>
            <a:off x="-2900375" y="4119125"/>
            <a:ext cx="23043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Moderate Level of Detail</a:t>
            </a:r>
            <a:endParaRPr sz="1100"/>
          </a:p>
        </p:txBody>
      </p:sp>
      <p:sp>
        <p:nvSpPr>
          <p:cNvPr id="457" name="Google Shape;457;p28"/>
          <p:cNvSpPr txBox="1"/>
          <p:nvPr/>
        </p:nvSpPr>
        <p:spPr>
          <a:xfrm>
            <a:off x="-3128975" y="2000250"/>
            <a:ext cx="30000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39700" lvl="1" marL="3429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76E8B"/>
              </a:buClr>
              <a:buSzPts val="1400"/>
              <a:buChar char="▪"/>
            </a:pPr>
            <a:r>
              <a:rPr lang="en">
                <a:solidFill>
                  <a:schemeClr val="dk1"/>
                </a:solidFill>
              </a:rPr>
              <a:t>Label interfaces (I2C, SPI, GPIO, etc.; You do not need to know all of the connections)</a:t>
            </a:r>
            <a:endParaRPr>
              <a:solidFill>
                <a:schemeClr val="dk1"/>
              </a:solidFill>
            </a:endParaRPr>
          </a:p>
          <a:p>
            <a:pPr indent="-139700" lvl="1" marL="3429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76E8B"/>
              </a:buClr>
              <a:buSzPts val="1400"/>
              <a:buChar char="▪"/>
            </a:pPr>
            <a:r>
              <a:rPr lang="en">
                <a:solidFill>
                  <a:schemeClr val="dk1"/>
                </a:solidFill>
              </a:rPr>
              <a:t>Components (part numbers if possible)</a:t>
            </a:r>
            <a:endParaRPr/>
          </a:p>
        </p:txBody>
      </p:sp>
      <p:sp>
        <p:nvSpPr>
          <p:cNvPr id="458" name="Google Shape;458;p28"/>
          <p:cNvSpPr/>
          <p:nvPr/>
        </p:nvSpPr>
        <p:spPr>
          <a:xfrm>
            <a:off x="1519725" y="1971327"/>
            <a:ext cx="1800300" cy="80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PocketBeagle</a:t>
            </a:r>
            <a:endParaRPr sz="1600"/>
          </a:p>
        </p:txBody>
      </p:sp>
      <p:sp>
        <p:nvSpPr>
          <p:cNvPr id="459" name="Google Shape;459;p28"/>
          <p:cNvSpPr/>
          <p:nvPr/>
        </p:nvSpPr>
        <p:spPr>
          <a:xfrm>
            <a:off x="3991200" y="1284452"/>
            <a:ext cx="1800300" cy="80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Linux Python</a:t>
            </a:r>
            <a:endParaRPr sz="1600"/>
          </a:p>
        </p:txBody>
      </p:sp>
      <p:sp>
        <p:nvSpPr>
          <p:cNvPr id="460" name="Google Shape;460;p28"/>
          <p:cNvSpPr/>
          <p:nvPr/>
        </p:nvSpPr>
        <p:spPr>
          <a:xfrm>
            <a:off x="397100" y="3548827"/>
            <a:ext cx="1064400" cy="62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Buttons</a:t>
            </a:r>
            <a:endParaRPr/>
          </a:p>
        </p:txBody>
      </p:sp>
      <p:cxnSp>
        <p:nvCxnSpPr>
          <p:cNvPr id="461" name="Google Shape;461;p28"/>
          <p:cNvCxnSpPr>
            <a:stCxn id="458" idx="0"/>
            <a:endCxn id="459" idx="1"/>
          </p:cNvCxnSpPr>
          <p:nvPr/>
        </p:nvCxnSpPr>
        <p:spPr>
          <a:xfrm rot="-5400000">
            <a:off x="3064125" y="1044177"/>
            <a:ext cx="282900" cy="15714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2" name="Google Shape;462;p28"/>
          <p:cNvSpPr txBox="1"/>
          <p:nvPr/>
        </p:nvSpPr>
        <p:spPr>
          <a:xfrm>
            <a:off x="2371016" y="1336500"/>
            <a:ext cx="170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GPIO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63" name="Google Shape;463;p28"/>
          <p:cNvSpPr/>
          <p:nvPr/>
        </p:nvSpPr>
        <p:spPr>
          <a:xfrm>
            <a:off x="6462675" y="1284452"/>
            <a:ext cx="1800300" cy="80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Windows PC</a:t>
            </a:r>
            <a:endParaRPr sz="1600"/>
          </a:p>
        </p:txBody>
      </p:sp>
      <p:sp>
        <p:nvSpPr>
          <p:cNvPr id="464" name="Google Shape;464;p28"/>
          <p:cNvSpPr/>
          <p:nvPr/>
        </p:nvSpPr>
        <p:spPr>
          <a:xfrm>
            <a:off x="6393375" y="2355977"/>
            <a:ext cx="1938900" cy="80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Interpreter Software (i.e. Xbox Controller Emulator)</a:t>
            </a:r>
            <a:endParaRPr/>
          </a:p>
        </p:txBody>
      </p:sp>
      <p:cxnSp>
        <p:nvCxnSpPr>
          <p:cNvPr id="465" name="Google Shape;465;p28"/>
          <p:cNvCxnSpPr>
            <a:stCxn id="459" idx="3"/>
            <a:endCxn id="463" idx="1"/>
          </p:cNvCxnSpPr>
          <p:nvPr/>
        </p:nvCxnSpPr>
        <p:spPr>
          <a:xfrm>
            <a:off x="5791500" y="1688552"/>
            <a:ext cx="671100" cy="600"/>
          </a:xfrm>
          <a:prstGeom prst="bentConnector3">
            <a:avLst>
              <a:gd fmla="val 5000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6" name="Google Shape;466;p28"/>
          <p:cNvSpPr/>
          <p:nvPr/>
        </p:nvSpPr>
        <p:spPr>
          <a:xfrm>
            <a:off x="1649625" y="3548827"/>
            <a:ext cx="1540500" cy="62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Joystick (Potentiometers)</a:t>
            </a:r>
            <a:endParaRPr/>
          </a:p>
        </p:txBody>
      </p:sp>
      <p:cxnSp>
        <p:nvCxnSpPr>
          <p:cNvPr id="467" name="Google Shape;467;p28"/>
          <p:cNvCxnSpPr>
            <a:stCxn id="463" idx="2"/>
            <a:endCxn id="464" idx="0"/>
          </p:cNvCxnSpPr>
          <p:nvPr/>
        </p:nvCxnSpPr>
        <p:spPr>
          <a:xfrm flipH="1" rot="-5400000">
            <a:off x="7231425" y="2224052"/>
            <a:ext cx="263400" cy="600"/>
          </a:xfrm>
          <a:prstGeom prst="bentConnector3">
            <a:avLst>
              <a:gd fmla="val 4998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28"/>
          <p:cNvSpPr/>
          <p:nvPr/>
        </p:nvSpPr>
        <p:spPr>
          <a:xfrm>
            <a:off x="3378250" y="3548827"/>
            <a:ext cx="1273800" cy="628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IMU sensor</a:t>
            </a:r>
            <a:endParaRPr/>
          </a:p>
        </p:txBody>
      </p:sp>
      <p:sp>
        <p:nvSpPr>
          <p:cNvPr id="469" name="Google Shape;469;p28"/>
          <p:cNvSpPr/>
          <p:nvPr/>
        </p:nvSpPr>
        <p:spPr>
          <a:xfrm>
            <a:off x="6393075" y="3375452"/>
            <a:ext cx="1938900" cy="80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Steam Games</a:t>
            </a:r>
            <a:endParaRPr sz="1800"/>
          </a:p>
        </p:txBody>
      </p:sp>
      <p:cxnSp>
        <p:nvCxnSpPr>
          <p:cNvPr id="470" name="Google Shape;470;p28"/>
          <p:cNvCxnSpPr>
            <a:stCxn id="460" idx="0"/>
            <a:endCxn id="458" idx="2"/>
          </p:cNvCxnSpPr>
          <p:nvPr/>
        </p:nvCxnSpPr>
        <p:spPr>
          <a:xfrm rot="-5400000">
            <a:off x="1290050" y="2418877"/>
            <a:ext cx="769200" cy="14907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28"/>
          <p:cNvCxnSpPr>
            <a:stCxn id="468" idx="0"/>
            <a:endCxn id="458" idx="2"/>
          </p:cNvCxnSpPr>
          <p:nvPr/>
        </p:nvCxnSpPr>
        <p:spPr>
          <a:xfrm flipH="1" rot="5400000">
            <a:off x="2832850" y="2366527"/>
            <a:ext cx="769200" cy="15954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" name="Google Shape;472;p28"/>
          <p:cNvCxnSpPr>
            <a:stCxn id="466" idx="0"/>
            <a:endCxn id="458" idx="2"/>
          </p:cNvCxnSpPr>
          <p:nvPr/>
        </p:nvCxnSpPr>
        <p:spPr>
          <a:xfrm rot="-5400000">
            <a:off x="2035575" y="3163927"/>
            <a:ext cx="769200" cy="6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3" name="Google Shape;473;p28"/>
          <p:cNvSpPr txBox="1"/>
          <p:nvPr/>
        </p:nvSpPr>
        <p:spPr>
          <a:xfrm>
            <a:off x="4015150" y="3164177"/>
            <a:ext cx="587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I2C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74" name="Google Shape;474;p28"/>
          <p:cNvSpPr txBox="1"/>
          <p:nvPr/>
        </p:nvSpPr>
        <p:spPr>
          <a:xfrm>
            <a:off x="929300" y="3164177"/>
            <a:ext cx="80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Analog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75" name="Google Shape;475;p28"/>
          <p:cNvSpPr txBox="1"/>
          <p:nvPr/>
        </p:nvSpPr>
        <p:spPr>
          <a:xfrm>
            <a:off x="2419750" y="3164177"/>
            <a:ext cx="80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Analog</a:t>
            </a:r>
            <a:endParaRPr sz="1500">
              <a:solidFill>
                <a:schemeClr val="dk1"/>
              </a:solidFill>
            </a:endParaRPr>
          </a:p>
        </p:txBody>
      </p:sp>
      <p:cxnSp>
        <p:nvCxnSpPr>
          <p:cNvPr id="476" name="Google Shape;476;p28"/>
          <p:cNvCxnSpPr>
            <a:stCxn id="464" idx="2"/>
            <a:endCxn id="469" idx="0"/>
          </p:cNvCxnSpPr>
          <p:nvPr/>
        </p:nvCxnSpPr>
        <p:spPr>
          <a:xfrm flipH="1">
            <a:off x="7362525" y="3164177"/>
            <a:ext cx="300" cy="21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9"/>
          <p:cNvSpPr txBox="1"/>
          <p:nvPr/>
        </p:nvSpPr>
        <p:spPr>
          <a:xfrm>
            <a:off x="4332932" y="2979716"/>
            <a:ext cx="90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0</a:t>
            </a:r>
            <a:r>
              <a:rPr lang="en" sz="1500">
                <a:solidFill>
                  <a:schemeClr val="dk1"/>
                </a:solidFill>
              </a:rPr>
              <a:t> - 5 V</a:t>
            </a:r>
            <a:endParaRPr sz="1500">
              <a:solidFill>
                <a:schemeClr val="dk1"/>
              </a:solidFill>
            </a:endParaRPr>
          </a:p>
        </p:txBody>
      </p:sp>
      <p:cxnSp>
        <p:nvCxnSpPr>
          <p:cNvPr id="482" name="Google Shape;482;p29"/>
          <p:cNvCxnSpPr/>
          <p:nvPr/>
        </p:nvCxnSpPr>
        <p:spPr>
          <a:xfrm rot="10800000">
            <a:off x="3371375" y="3395825"/>
            <a:ext cx="2710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29"/>
          <p:cNvCxnSpPr/>
          <p:nvPr/>
        </p:nvCxnSpPr>
        <p:spPr>
          <a:xfrm rot="10800000">
            <a:off x="3361850" y="4138288"/>
            <a:ext cx="2710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4" name="Google Shape;484;p29"/>
          <p:cNvSpPr txBox="1"/>
          <p:nvPr/>
        </p:nvSpPr>
        <p:spPr>
          <a:xfrm>
            <a:off x="4466428" y="3732538"/>
            <a:ext cx="624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5 V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85" name="Google Shape;485;p29"/>
          <p:cNvSpPr txBox="1"/>
          <p:nvPr>
            <p:ph type="title"/>
          </p:nvPr>
        </p:nvSpPr>
        <p:spPr>
          <a:xfrm>
            <a:off x="457200" y="17145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6E8B"/>
              </a:buClr>
              <a:buSzPts val="2400"/>
              <a:buFont typeface="Arial"/>
              <a:buNone/>
            </a:pPr>
            <a:r>
              <a:rPr lang="en"/>
              <a:t>Power Block Diagram</a:t>
            </a:r>
            <a:endParaRPr/>
          </a:p>
        </p:txBody>
      </p:sp>
      <p:sp>
        <p:nvSpPr>
          <p:cNvPr id="486" name="Google Shape;486;p29"/>
          <p:cNvSpPr txBox="1"/>
          <p:nvPr>
            <p:ph idx="1" type="body"/>
          </p:nvPr>
        </p:nvSpPr>
        <p:spPr>
          <a:xfrm>
            <a:off x="-2543175" y="1167900"/>
            <a:ext cx="2361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" sz="1400"/>
              <a:t>L</a:t>
            </a:r>
            <a:r>
              <a:rPr lang="en"/>
              <a:t>abel voltages / currents of components</a:t>
            </a:r>
            <a:endParaRPr/>
          </a:p>
          <a:p>
            <a:pPr indent="-7620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487" name="Google Shape;487;p29"/>
          <p:cNvSpPr/>
          <p:nvPr/>
        </p:nvSpPr>
        <p:spPr>
          <a:xfrm>
            <a:off x="6072650" y="857250"/>
            <a:ext cx="1800300" cy="1374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Windows PC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USB 3.2 port</a:t>
            </a:r>
            <a:endParaRPr sz="1600"/>
          </a:p>
        </p:txBody>
      </p:sp>
      <p:cxnSp>
        <p:nvCxnSpPr>
          <p:cNvPr id="488" name="Google Shape;488;p29"/>
          <p:cNvCxnSpPr>
            <a:stCxn id="487" idx="1"/>
          </p:cNvCxnSpPr>
          <p:nvPr/>
        </p:nvCxnSpPr>
        <p:spPr>
          <a:xfrm rot="10800000">
            <a:off x="3361850" y="1544400"/>
            <a:ext cx="2710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9" name="Google Shape;489;p29"/>
          <p:cNvSpPr txBox="1"/>
          <p:nvPr/>
        </p:nvSpPr>
        <p:spPr>
          <a:xfrm>
            <a:off x="4466428" y="1138663"/>
            <a:ext cx="624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5 V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490" name="Google Shape;490;p29"/>
          <p:cNvSpPr/>
          <p:nvPr/>
        </p:nvSpPr>
        <p:spPr>
          <a:xfrm>
            <a:off x="6072650" y="3808350"/>
            <a:ext cx="1143000" cy="60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Buttons</a:t>
            </a:r>
            <a:endParaRPr/>
          </a:p>
        </p:txBody>
      </p:sp>
      <p:sp>
        <p:nvSpPr>
          <p:cNvPr id="491" name="Google Shape;491;p29"/>
          <p:cNvSpPr/>
          <p:nvPr/>
        </p:nvSpPr>
        <p:spPr>
          <a:xfrm>
            <a:off x="6072650" y="3075850"/>
            <a:ext cx="1143000" cy="60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Joystick</a:t>
            </a:r>
            <a:endParaRPr/>
          </a:p>
        </p:txBody>
      </p:sp>
      <p:sp>
        <p:nvSpPr>
          <p:cNvPr id="492" name="Google Shape;492;p29"/>
          <p:cNvSpPr/>
          <p:nvPr/>
        </p:nvSpPr>
        <p:spPr>
          <a:xfrm>
            <a:off x="6072650" y="2343350"/>
            <a:ext cx="1143000" cy="60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IMU</a:t>
            </a:r>
            <a:endParaRPr/>
          </a:p>
        </p:txBody>
      </p:sp>
      <p:sp>
        <p:nvSpPr>
          <p:cNvPr id="493" name="Google Shape;493;p29"/>
          <p:cNvSpPr txBox="1"/>
          <p:nvPr/>
        </p:nvSpPr>
        <p:spPr>
          <a:xfrm>
            <a:off x="4326087" y="2227245"/>
            <a:ext cx="90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3.3 - 5 V</a:t>
            </a:r>
            <a:endParaRPr sz="1500">
              <a:solidFill>
                <a:schemeClr val="dk1"/>
              </a:solidFill>
            </a:endParaRPr>
          </a:p>
        </p:txBody>
      </p:sp>
      <p:cxnSp>
        <p:nvCxnSpPr>
          <p:cNvPr id="494" name="Google Shape;494;p29"/>
          <p:cNvCxnSpPr/>
          <p:nvPr/>
        </p:nvCxnSpPr>
        <p:spPr>
          <a:xfrm rot="10800000">
            <a:off x="3361850" y="2643350"/>
            <a:ext cx="2710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5" name="Google Shape;495;p29"/>
          <p:cNvSpPr/>
          <p:nvPr/>
        </p:nvSpPr>
        <p:spPr>
          <a:xfrm>
            <a:off x="1691175" y="971550"/>
            <a:ext cx="1800300" cy="343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PocketBeagle</a:t>
            </a:r>
            <a:endParaRPr sz="18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0"/>
          <p:cNvSpPr txBox="1"/>
          <p:nvPr>
            <p:ph type="title"/>
          </p:nvPr>
        </p:nvSpPr>
        <p:spPr>
          <a:xfrm>
            <a:off x="457200" y="171450"/>
            <a:ext cx="8229600" cy="6858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6E8B"/>
              </a:buClr>
              <a:buSzPts val="2400"/>
              <a:buFont typeface="Arial"/>
              <a:buNone/>
            </a:pPr>
            <a:r>
              <a:rPr lang="en"/>
              <a:t>Components / Budget</a:t>
            </a:r>
            <a:endParaRPr/>
          </a:p>
        </p:txBody>
      </p:sp>
      <p:graphicFrame>
        <p:nvGraphicFramePr>
          <p:cNvPr id="501" name="Google Shape;501;p30"/>
          <p:cNvGraphicFramePr/>
          <p:nvPr/>
        </p:nvGraphicFramePr>
        <p:xfrm>
          <a:off x="457200" y="9715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{D0580531-34BA-4A9C-8EB9-3B6AB32FF4E7}</a:tableStyleId>
              </a:tblPr>
              <a:tblGrid>
                <a:gridCol w="5878275"/>
                <a:gridCol w="1175650"/>
                <a:gridCol w="117565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u="none" cap="none" strike="noStrike"/>
                        <a:t>Component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EDES301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 to Buy?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Cost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/>
                        <a:t>WMYCONGCONG </a:t>
                      </a:r>
                      <a:r>
                        <a:rPr lang="en"/>
                        <a:t>Joystick Breakout Module (x2)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$2.67</a:t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DAOKI </a:t>
                      </a:r>
                      <a:r>
                        <a:rPr lang="en"/>
                        <a:t>4-pin Tactile Buttons (x10)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3"/>
                        </a:rPr>
                        <a:t>Amazon.com: DAOKI 100Pcs 6x6x5 mm Miniature Micro Momentary Tactile Tact Touch Push Button Switch Quality Switch SPST Miniature/Mini/Micro/Small PCB</a:t>
                      </a:r>
                      <a:r>
                        <a:rPr lang="en"/>
                        <a:t> </a:t>
                      </a:r>
                      <a:endParaRPr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$0.50</a:t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"/>
                        <a:t>AITRIP MPU-6050 </a:t>
                      </a:r>
                      <a:r>
                        <a:rPr lang="en"/>
                        <a:t>IMU (x2)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$4.20</a:t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PocketBeagle Development board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—</a:t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3D-printed PLA casing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—</a:t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microUSB to USB Type A adapter</a:t>
                      </a:r>
                      <a:endParaRPr sz="1400"/>
                    </a:p>
                  </a:txBody>
                  <a:tcPr marT="34300" marB="34300" marR="68600" marL="68600"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 sz="1400"/>
                    </a:p>
                  </a:txBody>
                  <a:tcPr marT="34300" marB="34300" marR="68600" marL="68600"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—</a:t>
                      </a:r>
                      <a:endParaRPr sz="1400"/>
                    </a:p>
                  </a:txBody>
                  <a:tcPr marT="34300" marB="34300" marR="68600" marL="68600">
                    <a:lnB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Total</a:t>
                      </a:r>
                      <a:endParaRPr b="1" sz="1400"/>
                    </a:p>
                  </a:txBody>
                  <a:tcPr marT="34300" marB="34300" marR="68600" marL="68600"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$7.57</a:t>
                      </a:r>
                      <a:endParaRPr sz="1400"/>
                    </a:p>
                  </a:txBody>
                  <a:tcPr marT="34300" marB="34300" marR="68600" marL="68600">
                    <a:lnT cap="flat" cmpd="sng" w="28575">
                      <a:solidFill>
                        <a:schemeClr val="accen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1"/>
          <p:cNvSpPr txBox="1"/>
          <p:nvPr>
            <p:ph type="title"/>
          </p:nvPr>
        </p:nvSpPr>
        <p:spPr>
          <a:xfrm>
            <a:off x="457200" y="171450"/>
            <a:ext cx="8229600" cy="685801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6E8B"/>
              </a:buClr>
              <a:buSzPts val="2400"/>
              <a:buFont typeface="Arial"/>
              <a:buNone/>
            </a:pPr>
            <a:r>
              <a:rPr lang="en"/>
              <a:t>Component Selection (Remove slide for submission)</a:t>
            </a:r>
            <a:endParaRPr/>
          </a:p>
        </p:txBody>
      </p:sp>
      <p:sp>
        <p:nvSpPr>
          <p:cNvPr id="507" name="Google Shape;507;p31"/>
          <p:cNvSpPr txBox="1"/>
          <p:nvPr>
            <p:ph idx="1" type="body"/>
          </p:nvPr>
        </p:nvSpPr>
        <p:spPr>
          <a:xfrm>
            <a:off x="457200" y="971550"/>
            <a:ext cx="8229600" cy="35432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▪"/>
            </a:pPr>
            <a:r>
              <a:rPr lang="en"/>
              <a:t>All components must be from either:  </a:t>
            </a:r>
            <a:r>
              <a:rPr lang="en" u="sng">
                <a:solidFill>
                  <a:schemeClr val="hlink"/>
                </a:solidFill>
                <a:hlinkClick r:id="rId3"/>
              </a:rPr>
              <a:t>Amazon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4"/>
              </a:rPr>
              <a:t>Adafruit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5"/>
              </a:rPr>
              <a:t>Sparkfun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6"/>
              </a:rPr>
              <a:t>Digi-Key</a:t>
            </a:r>
            <a:r>
              <a:rPr lang="en"/>
              <a:t>, or </a:t>
            </a:r>
            <a:r>
              <a:rPr lang="en" u="sng">
                <a:solidFill>
                  <a:schemeClr val="hlink"/>
                </a:solidFill>
                <a:hlinkClick r:id="rId7"/>
              </a:rPr>
              <a:t>Mouser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</a:pPr>
            <a:r>
              <a:rPr lang="en"/>
              <a:t>Select no more than two (2) components that are not on approved component spreadsheet</a:t>
            </a:r>
            <a:endParaRPr/>
          </a:p>
          <a:p>
            <a:pPr indent="-139700" lvl="1" marL="3429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See Canvas 🡪 Files 🡪 assignments 🡪 EDES301_project_01_parts_list.xlsx</a:t>
            </a:r>
            <a:endParaRPr/>
          </a:p>
          <a:p>
            <a:pPr indent="-139700" lvl="1" marL="3429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If there is a cheaper part that you would like to use, we can discuss in the project meeting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</a:pPr>
            <a:r>
              <a:rPr lang="en"/>
              <a:t>All components needed for the project should be listed on Slide 5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</a:pPr>
            <a:r>
              <a:rPr lang="en"/>
              <a:t>All components should have links to the website where they can be purchased</a:t>
            </a:r>
            <a:endParaRPr/>
          </a:p>
          <a:p>
            <a:pPr indent="-139700" lvl="1" marL="3429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Please trim URLs for links to Amazon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Char char="▪"/>
            </a:pPr>
            <a:r>
              <a:rPr lang="en"/>
              <a:t>EDES301 will supplement $25 to $35 dollars for components</a:t>
            </a:r>
            <a:endParaRPr/>
          </a:p>
          <a:p>
            <a:pPr indent="-139700" lvl="1" marL="3429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Char char="▪"/>
            </a:pPr>
            <a:r>
              <a:rPr lang="en"/>
              <a:t>Please indicate what components need to be purchased by EDES301</a:t>
            </a:r>
            <a:endParaRPr/>
          </a:p>
          <a:p>
            <a:pPr indent="-76200" lvl="0" marL="1778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508" name="Google Shape;508;p31"/>
          <p:cNvSpPr txBox="1"/>
          <p:nvPr/>
        </p:nvSpPr>
        <p:spPr>
          <a:xfrm>
            <a:off x="1943100" y="4714875"/>
            <a:ext cx="5312993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you have a special request, we can discuss in the project meeting</a:t>
            </a:r>
            <a:endParaRPr sz="11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iamond Grid 16x9">
  <a:themeElements>
    <a:clrScheme name="Custom 3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